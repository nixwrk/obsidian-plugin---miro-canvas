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7560056" cy="10692003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Идеи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0056" cy="106920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Следующие шаги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0056" cy="106920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iro Canvas Export">
  <a:themeElements>
    <a:clrScheme name="Miro Canva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iro Canva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iro Canva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Miro Canvas</Application>
  <PresentationFormat>Custom</PresentationFormat>
  <Slides>2</Slides>
  <TitlesOfParts>
    <vt:vector size="2" baseType="lpstr">
      <vt:lpstr>Идеи</vt:lpstr>
      <vt:lpstr>Следующие шаги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Встреча команды</dc:title>
  <dcterms:created xsi:type="dcterms:W3CDTF">1980-01-01T00:00:00Z</dcterms:created>
  <dcterms:modified xsi:type="dcterms:W3CDTF">1980-01-01T00:00:00Z</dcterms:modified>
</cp:coreProperties>
</file>