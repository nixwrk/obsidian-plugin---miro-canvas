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jpeg" ContentType="image/jpeg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</p:sldIdLst>
  <p:sldSz cx="7560056" cy="10692003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/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ableStyles" Target="tableStyles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image" Target="../media/image1.jpeg"/><Relationship Id="rId2" Type="http://schemas.openxmlformats.org/officeDocument/2006/relationships/slideLayout" Target="../slideLayouts/slideLayout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image" Target="../media/image2.jpeg"/><Relationship Id="rId2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Идеи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7560056" cy="10692003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Следующие шаги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7560056" cy="10692003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Miro Canvas Export">
  <a:themeElements>
    <a:clrScheme name="Miro Canva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Miro Canvas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Miro Canvas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Miro Canvas</Application>
  <PresentationFormat>Custom</PresentationFormat>
  <Slides>2</Slides>
  <TitlesOfParts>
    <vt:vector size="2" baseType="lpstr">
      <vt:lpstr>Идеи</vt:lpstr>
      <vt:lpstr>Следующие шаги</vt:lpstr>
    </vt:vector>
  </TitlesOfPart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Встреча команды</dc:title>
  <dcterms:created xsi:type="dcterms:W3CDTF">1980-01-01T00:00:00Z</dcterms:created>
  <dcterms:modified xsi:type="dcterms:W3CDTF">1980-01-01T00:00:00Z</dcterms:modified>
</cp:coreProperties>
</file>